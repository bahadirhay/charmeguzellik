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sistem sadece randevu almak degil; operasyonu yonetmek icin tasarlandi.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Uc farkli giris noktasi tek veri modeline yazar, tutarlilik buradan gelir.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Gercek operasyonu yansitan durumlar sayesinde raporlama netlesiyor.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Yetki ihlalleri API seviyesinde engellenir; guvenli tasarim.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Musteri tek linkten sureci yonetir, ekip anlik haberdar olur.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No-show oranini dusuren kritik otomasyon adimi.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Bildirim kanali aksasa bile operasyon devam eder.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Saha ekibi tek ekrandan karar alabilecek netlige sahip olur.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Hem musteri deneyimi hem operasyon verimliligi birlikte iyilesir.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Sistemi tam olceklenebilir bir randevu platformuna tasiyoruz.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Akilli Randevu Yonetim Sistemi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A'dan Z'ye isleyis, teyit/iptal akisi ve operasyonel izleme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 Ozeti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Amac: Randevu surecini uçtan uca dijitallestirmek</a:t>
            </a:r>
          </a:p>
          <a:p>
            <a:pPr>
              <a:defRPr sz="2200"/>
            </a:pPr>
            <a:r>
              <a:t>Hedef: Cakişma, gecikme ve iletisim hatalarini azaltmak</a:t>
            </a:r>
          </a:p>
          <a:p>
            <a:pPr>
              <a:defRPr sz="2200"/>
            </a:pPr>
            <a:r>
              <a:t>Kapsam: Talep, onay, teyit, iptal, operasyon gunu, bildirim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 Kanallar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Web musteri formu (site uzerinden talep)</a:t>
            </a:r>
          </a:p>
          <a:p>
            <a:pPr>
              <a:defRPr sz="2200"/>
            </a:pPr>
            <a:r>
              <a:t>Admin panel (yetkili/personel randevu girisi)</a:t>
            </a:r>
          </a:p>
          <a:p>
            <a:pPr>
              <a:defRPr sz="2200"/>
            </a:pPr>
            <a:r>
              <a:t>Musteri aksiyon linki (teyit, iptal, takvim guncelle)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Durum Yasam Dongusu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pending -&gt; approved -&gt; confirmed</a:t>
            </a:r>
          </a:p>
          <a:p>
            <a:pPr>
              <a:defRPr sz="2200"/>
            </a:pPr>
            <a:r>
              <a:t>cancelled / rejected</a:t>
            </a:r>
          </a:p>
          <a:p>
            <a:pPr>
              <a:defRPr sz="2200"/>
            </a:pPr>
            <a:r>
              <a:t>checked_in / no_show</a:t>
            </a:r>
          </a:p>
          <a:p>
            <a:pPr>
              <a:defRPr sz="2200"/>
            </a:pPr>
            <a:r>
              <a:t>Eski akis uyumlulugu: cancel_request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Personel ve Yetki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Hizmet-personel eslesmesi Personel Planlama ile yonetilir</a:t>
            </a:r>
          </a:p>
          <a:p>
            <a:pPr>
              <a:defRPr sz="2200"/>
            </a:pPr>
            <a:r>
              <a:t>Self yetkili kullanici sadece kendi hizmetlerini gorur</a:t>
            </a:r>
          </a:p>
          <a:p>
            <a:pPr>
              <a:defRPr sz="2200"/>
            </a:pPr>
            <a:r>
              <a:t>Self kullanici sadece kendi adina randevu acabilir</a:t>
            </a:r>
          </a:p>
          <a:p>
            <a:pPr>
              <a:defRPr sz="2200"/>
            </a:pPr>
            <a:r>
              <a:t>Kurallar backend'de de zorunludur (UI bypass edilmez)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Musteri Teyit ve Iptal Akisi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Onayli randevuya musteriye link gonderilir</a:t>
            </a:r>
          </a:p>
          <a:p>
            <a:pPr>
              <a:defRPr sz="2200"/>
            </a:pPr>
            <a:r>
              <a:t>Teyit ediyorum -&gt; confirmed</a:t>
            </a:r>
          </a:p>
          <a:p>
            <a:pPr>
              <a:defRPr sz="2200"/>
            </a:pPr>
            <a:r>
              <a:t>Randevumu iptal et -&gt; cancelled</a:t>
            </a:r>
          </a:p>
          <a:p>
            <a:pPr>
              <a:defRPr sz="2200"/>
            </a:pPr>
            <a:r>
              <a:t>Iki aksiyonda da Telegram + musteri bilgilendirmesi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Gun Once Hatirlatma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Yaklasik 24 saat sonraki approved randevular secilir</a:t>
            </a:r>
          </a:p>
          <a:p>
            <a:pPr>
              <a:defRPr sz="2200"/>
            </a:pPr>
            <a:r>
              <a:t>Musteriye teyit/iptal linkli hatirlatma e-postasi gonderilir</a:t>
            </a:r>
          </a:p>
          <a:p>
            <a:pPr>
              <a:defRPr sz="2200"/>
            </a:pPr>
            <a:r>
              <a:t>Telegram'da 'hatirlatma gonderildi' bilgisi paylasilir</a:t>
            </a:r>
          </a:p>
          <a:p>
            <a:pPr>
              <a:defRPr sz="2200"/>
            </a:pPr>
            <a:r>
              <a:t>Tekrar gonderimi onlemek icin not izi dusulur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Bildirim ve Dayaniklilik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Telegram: yeni talep, teyit, iptal, guncelleme</a:t>
            </a:r>
          </a:p>
          <a:p>
            <a:pPr>
              <a:defRPr sz="2200"/>
            </a:pPr>
            <a:r>
              <a:t>E-posta: durum bazli bilgilendirme</a:t>
            </a:r>
          </a:p>
          <a:p>
            <a:pPr>
              <a:defRPr sz="2200"/>
            </a:pPr>
            <a:r>
              <a:t>SMTP kota asiminda fallback stratejisi</a:t>
            </a:r>
          </a:p>
          <a:p>
            <a:pPr>
              <a:defRPr sz="2200"/>
            </a:pPr>
            <a:r>
              <a:t>UI teknik hata yerine aksiyon odakli yonlendirir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Operasyon Panelleri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Randevu ve CRM listelerinde personel gorunurlugu</a:t>
            </a:r>
          </a:p>
          <a:p>
            <a:pPr>
              <a:defRPr sz="2200"/>
            </a:pPr>
            <a:r>
              <a:t>Iptal ettiklerim: kim iptal etti bilgisi</a:t>
            </a:r>
          </a:p>
          <a:p>
            <a:pPr>
              <a:defRPr sz="2200"/>
            </a:pPr>
            <a:r>
              <a:t>Operasyon gecmisi: geldi / gelmedi</a:t>
            </a:r>
          </a:p>
          <a:p>
            <a:pPr>
              <a:defRPr sz="2200"/>
            </a:pPr>
            <a:r>
              <a:t>Takvimde teyitli randevu etiketi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 Degeri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Cakişma ve yanlis randevu riski azalir</a:t>
            </a:r>
          </a:p>
          <a:p>
            <a:pPr>
              <a:defRPr sz="2200"/>
            </a:pPr>
            <a:r>
              <a:t>Musteri teyit orani artar</a:t>
            </a:r>
          </a:p>
          <a:p>
            <a:pPr>
              <a:defRPr sz="2200"/>
            </a:pPr>
            <a:r>
              <a:t>No-show ve iletisim gecikmeleri azalir</a:t>
            </a:r>
          </a:p>
          <a:p>
            <a:pPr>
              <a:defRPr sz="2200"/>
            </a:pPr>
            <a:r>
              <a:t>Ekip ici koordinasyon ve izlenebilirlik artar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Sonraki Faz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Appointment event log tablosu</a:t>
            </a:r>
          </a:p>
          <a:p>
            <a:pPr>
              <a:defRPr sz="2200"/>
            </a:pPr>
            <a:r>
              <a:t>Waitlist ve iptalde otomatik teklif</a:t>
            </a:r>
          </a:p>
          <a:p>
            <a:pPr>
              <a:defRPr sz="2200"/>
            </a:pPr>
            <a:r>
              <a:t>Oda/cihaz kapasite modeli</a:t>
            </a:r>
          </a:p>
          <a:p>
            <a:pPr>
              <a:defRPr sz="2200"/>
            </a:pPr>
            <a:r>
              <a:t>Dashboard KPI: teyit/no-show/iptal trendleri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